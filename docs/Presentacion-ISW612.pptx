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0:00–0:40
Presentar integrantes, curso y tema. Explicar que se entrega una selección de controles con evidencia real y reversión.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0:40–1:25
Distinguir concepto, métrica y garantía. La selección se apoya en Microsoft; no es una certificación completa. Fuente: docs/referencias.md.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1:25–2:20
Leer la pregunta con naturalidad. El efecto secundario es una posibilidad a evaluar, no un fallo que debamos fabricar.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2:20–3:10
Explicar la limitación del snapshot. Antes de modificar se capturaron valores, tipo y existencia. Los respaldos se conservan privados.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3:10–3:55
La web no cambia Windows y no envía datos. El JSON permite verificar cálculos independientemente de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3:55–4:45
Ocho son cinco de contraseñas más tres de bloqueo. Auditoría usa dos GUID distintos y el tamaño del log otro ajuste. NLA se verifica aunque RDP continúe apagado.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· 4:45–5:35
Explicar exclusiones: no aplica, no evaluado y error. Si el denominador es cero, el resultado es indeterminado.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· 5:35–6:30
Son puntos porcentuales, no reducción de riesgo. Fuente: tres archivos datos/auditoria-*.json. La VM final conserva el estado original, 55 %.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· 6:30–7:20
AC-02 ajustó también AC-03 por dependencia. El segundo Set de todos los controles produjo veinte Sin cambios. No se cuentan dos veces los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· 7:20–8:10
No se afirma ausencia de efectos secundarios. No fue necesario reiniciar porque EnableLUA no cambió. Las ramas de Set sin cambios no son pruebas de modificación.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· 8:10–10:00
Abrir web/index.html sin internet. Cargar ejemplo, filtrar No cumple y abrir un control. Cargar inicial/posterior en comparación y mostrar +45 pp. Ejecutar auditoría con salida de demostración separada. Usar demo-respaldo.webm si falla la visualización; es grabación de pruebas de la web, no de la remediación.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Geanina · 10:00–11:00
Explicar los errores de array PS5.1 y de esperas de File.text si se pregunta. La IA no es fuente académica ni reemplaza entender 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· 11:00–12:00
Geanina concluye sobre la pregunta; David explica el estado final. Dar paso a cinco minutos de preguntas. Referencias completas y fuentes por control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INVESTIGACIÓN APLICADA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Endurecer Windows.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Medir el cambio.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Evaluación del cumplimiento de una línea base de seguridad en Windows mediante PowerShell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7DE"/>
                </a:solidFill>
              </a:rPr>
              <a:t>Windows 11 Enterprise · VirtualBox · 26 de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01 / CONTEXTO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Una referencia que se puede comprobar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Hardening: ajustar configuraciones para reducir exposición.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Baseline: criterios concretos contra los que medir.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Auditar lee; remediar cambia; revertir restaura.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Un puntaje alto no demuestra seguridad total.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02 / PREGUNTA E HIPÓTESIS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¿Cuánto mejora y qué puede afectar?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¿Cuánto aumenta el cumplimiento al aplicar medidas mediante PowerShell y qué efectos secundarios pueden presentarse?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Hipótesis: aumentará el cumplimiento; algunas aplicaciones o servicios podrían verse afectados.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Objetivo: medir antes/después y comprobar Undo.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03 / ENTORNO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Una VM propia y un alcance controlado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Windows 11 Enterprise Evaluation · build 26200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VirtualBox · 3.98 GiB RAM · 2 CPU lógicas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Windows PowerShell 5.1.26100.6584 · sin dominio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Elevación normal UAC; respaldo selectivo con hash.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Snapshot del anfitrión no disponible desde el invitado.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04 /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Tres piezas, un contrato verificable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213852"/>
          </a:solidFill>
          <a:ln w="12700">
            <a:solidFill>
              <a:srgbClr val="33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3F6FC"/>
                </a:solidFill>
              </a:rPr>
              <a:t>PowerShell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977640" y="3154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E1C5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213852"/>
          </a:solidFill>
          <a:ln w="12700">
            <a:solidFill>
              <a:srgbClr val="334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3F6FC"/>
                </a:solidFill>
              </a:rPr>
              <a:t>JSON 1.0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772400" y="3154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E1C5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3816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213852"/>
          </a:solidFill>
          <a:ln w="12700">
            <a:solidFill>
              <a:srgbClr val="33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3F6FC"/>
                </a:solidFill>
              </a:rPr>
              <a:t>Web local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6FC"/>
                </a:solidFill>
              </a:rPr>
              <a:t>Test / Set / Undo                 Estado y procedencia              Resumen y comparación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05 / SELECCIÓN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20 controles, sin contar ajustes dos veces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8 · Contraseñas y bloqueo de cuentas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3 · Perfiles de firewall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3 · Configuraciones UAC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2 · SMBv1 de servidor y NLA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4 · Auditoría, registro Security e Invitado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06 / MÉTODO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Primero respaldar. Después cambiar.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1. Auditar veinte configuraciones reales.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2. Confirmar y guardar estados originales.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3. Aplicar, releer y repetir para idempotencia.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4. Revertir y comparar los veinte valores.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Cumplimiento = cumplen / (cumplen + no cumplen).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07 / RESULTADO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De 55 % a 100 %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3F6FC"/>
                </a:solidFill>
              </a:rPr>
              <a:t>55 %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7DE"/>
                </a:solidFill>
              </a:rPr>
              <a:t>ANTES · 11/20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A5E1C5"/>
                </a:solidFill>
              </a:rPr>
              <a:t>100 %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44348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7DE"/>
                </a:solidFill>
              </a:rPr>
              <a:t>DESPUÉS · 20/20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3F6FC"/>
                </a:solidFill>
              </a:rPr>
              <a:t>55 %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82753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7DE"/>
                </a:solidFill>
              </a:rPr>
              <a:t>UNDO · 11/20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709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+45 puntos porcentuales · 20 evaluables por etapa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9 mejoras · 0 deterioros · 0 exclusiones o errores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08 / CAMBIOS MEDIDOS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Nueve mejoras, ocho operaciones 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Contraseñas: longitud 0→14; complejidad 0→1; historial 0→24; edad mínima 0→1 día.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Bloqueo: duración y contador 10→15 minutos.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UAC: consentimiento 5→2. Gestión de cuentas: máscara 1→3.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Security: 20→192 MiB.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09 / COMPATIBILIDAD Y REVERSIÓN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Lo observado y lo que falta comprobar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Undo: igualdad de los veinte valores originales.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Firewall, EventLog, MpsSvc y LanmanServer siguieron activos. RDP permaneció deshabilitado.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No se probaron aplicaciones heredadas ni clientes externos.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Restaurar configuración no elimina eventos ni equivale a un snapshot completo.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10 / DEMOSTRACIÓN LOCAL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De la auditoría al resultado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11</a:t>
            </a:r>
            <a:endParaRPr lang="en-US" sz="1000" dirty="0"/>
          </a:p>
        </p:txBody>
      </p:sp>
      <p:pic>
        <p:nvPicPr>
          <p:cNvPr id="8" name="Image 0" descr="evidencia/aplicacion-web/dashboard-re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331720"/>
            <a:ext cx="5954573" cy="3520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260604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1. Auditoría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2. JSON real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3. Comparación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6FC"/>
                </a:solidFill>
              </a:rPr>
              <a:t>4. Exportación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11 / CALIDAD E 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Verificar también lo que genera la 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Pruebas: PowerShell, contrato JSON y Edge por file://.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JSON hostil inerte; CSP y cero solicitudes HTTP.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Error real: /get /r no tenía máscara numérica.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Corrección: /backup CSV + verificación en la VM.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3F6FC"/>
                </a:solidFill>
              </a:rPr>
              <a:t>Bitácora: aportes, fallos, correcciones y revisiones pendientes.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C7DE"/>
                </a:solidFill>
              </a:rPr>
              <a:t>UTN / ISW-612                                       A.5 · HARDENING CON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5E1C5"/>
                </a:solidFill>
              </a:rPr>
              <a:t>12 / CONCLUSIONES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075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C"/>
                </a:solidFill>
              </a:rPr>
              <a:t>La mejora se midió. La reversión se comprobó.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55680" cy="0"/>
          </a:xfrm>
          <a:prstGeom prst="line">
            <a:avLst/>
          </a:prstGeom>
          <a:noFill/>
          <a:ln w="12700">
            <a:solidFill>
              <a:srgbClr val="33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9144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7DE"/>
                </a:solidFill>
              </a:rPr>
              <a:t>GEANINA ACOSTA PEREZ · DAVID SANCHO MARÍN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7DE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Hipótesis respaldada para estos veinte controles.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+45 pp y regreso verificable al estado previo.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Compatibilidad: evidencia limitada, sin generalizar.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Siguiente validación: VM limpia y pruebas de aplicaciones.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F6FC"/>
                </a:solidFill>
              </a:rPr>
              <a:t>Ambos integrantes deben dominar Test / Set / Undo.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Técnica Nacional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del cumplimiento de una línea base de seguridad en Windows mediante PowerShell</dc:title>
  <dc:subject>A.5 Hardening con baseline</dc:subject>
  <dc:creator>Geanina Acosta Perez y David Sancho Marín</dc:creator>
  <cp:lastModifiedBy>Geanina Acosta Perez y David Sancho Marín</cp:lastModifiedBy>
  <cp:revision>1</cp:revision>
  <dcterms:created xsi:type="dcterms:W3CDTF">2026-10-26T20:45:18Z</dcterms:created>
  <dcterms:modified xsi:type="dcterms:W3CDTF">2026-10-26T20:45:18Z</dcterms:modified>
</cp:coreProperties>
</file>